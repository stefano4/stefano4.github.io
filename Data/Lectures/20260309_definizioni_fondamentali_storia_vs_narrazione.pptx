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237744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Definizioni Fondamentali: Storia vs. Narrazione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41148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800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1208"/>
          </a:solidFill>
          <a:ln w="12700">
            <a:solidFill>
              <a:srgbClr val="1C12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Definizioni Fondamentali: Storia vs. Narrazione / Il Romanzo Storico: Origini e Principi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Definizioni Fondamentali: Storia vs. Narrazione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60520" cy="274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4160520" cy="3360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lezione inizia con la distinzione tra i termini "storia" (in senso lato) e "storie" (narrazioni specifiche).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Storia (senso lato): Narrazione sistematica dei viventi umani, fatta di eventi politico-luttuosi, esposizione critica dei fatti. Utilizzato in ambito letterario per indicare la storia della letteratura, della pittura e del cinema.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Storie: Narrazioni di fatti particolari, come racconti, novelle o treccio.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termine "show story" (menzionato come concetto difficile da utilizzare) si riferisce a narrazioni brevi, come novelle e racconti. La lezione sottolinea che il romanzo storico è un genere letterario che combina verosimiglianza e finitura narrativa.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44568" y="1005840"/>
            <a:ext cx="0" cy="3909060"/>
          </a:xfrm>
          <a:prstGeom prst="line">
            <a:avLst/>
          </a:prstGeom>
          <a:noFill/>
          <a:ln w="12700">
            <a:solidFill>
              <a:srgbClr val="6B504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09160" y="10058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Romanzo Storico: Origini e Principi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4160520" cy="27432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54480"/>
            <a:ext cx="4160520" cy="33604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storico in Italia nasce nell'Ottocento, con due autori fondamentali: Giovanni Foscolo (1778–1827) e Alessandro Manzoni (1785–1870).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**Foscolo (1802)**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Opera: L'ultimo dei Jacopis (1802)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Considerato il primo romanzo storico italiano, Foscolo introduce l'idea di un romanzo che si basa su un contesto storico preciso e su elementi fictional.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**Manzoni (1820s–1840s)**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Edizioni chiave: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Ventisettana (1827): Prima edizione di I Promessi Sposi.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Quarantana (1840–1842): Edizione finale con l'appendice Storia della Colonna Infame (saggio critico).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Principi del Romanzo Storico secondo Manzoni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lettera a Giovanni D'Azeglio (1823), Manzoni enuncia tre principi fondamentali: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 per soggetto: L'opera deve trattare argomenti veri e storici.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per il scopo: Il romanzo deve avere un fine morale, educativo e sociale.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Interessante per mezzo: L'opera deve essere leggibile e accessibile al pubblico.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Manzoni sostiene che la letteratura deve essere popolare, non "bassa" o "trash", ma accessibile a tutti. Questo concetto è fondamentale per la diffusione del romanzo storico.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""La lettera di Manzoni a D'Azeglio (1823) afferma che 'la poesia e le lettere in genere devono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proporsi il vero soggetto, l'utile per il scopo e l'interessante per mezzo'.""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Sebastiano Vassalli: Un Esempio Contemporaneo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Sebastiano Vassalli (1940–2020) è un autore italiano del Novecento che ha contribuito significativamente al genere del romanzo storico. Le sue opere si concentrano su narrazioni regionali italiane, con un'attenzione particolare al contesto storico e alla funzione metastorica (riflessione sul presente attraverso il passato).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**Opere Chiave di Vassalli**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Titolo | Anno | Descrizione | |--------|------|--------------| | La Notte della Cometa | 1984 | Ambientato tra fine 1800 e fine 1900, esplora temi religiosi e culturali. | | Il Cigno | 1993 | Ambientato in Sicilia (fine Ottocento–Novecento), con personaggi storici come Bara e Zolando. | | La Chimera | 2003 | Ambientazione in un paesaggio "chimico" (riferimento al Monte Rosa), con riferimenti a Dino Campana. | | Marche e Marchio | 1992 | Ambientato tra il 700 e il 800, in Venezia, con personaggi come Mattio Lovato. | | Stella Velenata | 2003 | Opera che esplora temi storici e sociali dell'Italia moderna. |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**Elementi Tipici del Romanzo di Vassalli**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 storico preciso: Ogni opera si colloca in un periodo storico specifico, con dettagli realistici.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Manoscritti fittizi: Vassalli utilizza tecniche di "manoscritto" (es. La Notte della Cometa) per avvalorare la verosimiglianza.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Narratore esterno: Un narratore che interviene con riflessioni critiche sulla società, senza un "vero romano" (come nel caso di Manzoni).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Funzione metastorica: Le opere di Vassalli riflettono sul presente attraverso il passato, come afferma la lezione: "Quando si parla del passato si parla del presente".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Chimera: Un Esempio Specifico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Chimera (2003) di Sebastiano Vassalli è ambientata in un paesaggio "chimico" (riferimento al Monte Rosa). L'opera utilizza l'immagine del Monte Rosa come simbolo onirico e irraggiungibile, con riferimenti a Dino Campana (scrittore italiano del Novecento).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Zardino: Un villaggio immaginario, portato dalla bassa lombarde, che vede il Monte Rosa come "macino bianco".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Riferimenti simbolici: L'immagine del Monte Rosa è un elemento chiave per il tema della "chimera" (un'immagine onirica, irraggiungibile).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""La Chimera prende il titolo da 'punta rosa'. L'ambientazione è quella di un paesaggio iniffabile.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Chimera, un paesaggio dunque chimesco. L'orizzonte irraggiungibile ai tempi di Zardino.""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Conclusione: Il Romanzo Storico nel Novecento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Nonostante le critiche alla "crisi del romanzo storico" nel Novecento, autori come Sebastiano Vassalli dimostrano che il genere è ancora vivo e attuale. Le opere di Vassalli, con il loro approccio alla verosimiglianza, alla funzione metastorica e alla leggibilità, confermano l'importanza del romanzo storico come strumento educativo e critico.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lezione conclude con l'affermazione che il romanzo storico, se ben costruito, non solo racconta la storia dell'Italia, ma anche riflette sul presente, rendendolo un'opera che "serve a capire il presente" attraverso le radici storiche.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Introduzione al tema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lezione esamina l’importanza del passato rispetto al presente, sottolineando come il presente sia caratterizzato da conflitti politici, rancori e schieramenti. Il gesto di Magistro (un concetto filosofico che indica l’approccio critico alla storia) offre un piano fondamentale per analizzare il romanzo storico. L’obiettivo è dimostrare come il romanzo storico possa essere una chiave per riflettere sul presente, sottraendo il passato all’oblio e evitando che si dimentichi.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 del romanzo *La Chimera* di Giovanni Bassani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**Contesto storico e ambientazione**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Zardino: villaggio immaginario nella Lombardia del XVI secolo, creato da Bassani per rappresentare un contesto storico reale ma modificato. Non esiste in realtà, è stato "spazzato via dalla piena nel fiume" (come afferma il narratore).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Rosa: riferimento simbolico alla montagna reale in Svizzera, descritto nel romanzo come "macino bianco" (termine onirico che evoca una prospettiva lontana e immaginaria). Il riferimento a Dino Campana (scrittore italiano del Novecento) è significativo per la sua visione metaforica del paesaggio.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cronologica: la storia di Antonia si svolge tra il 1590 e il 11 settembre 1610 (data dell’esecuzione), un’importante data per il contesto storico dell’Inquisizione.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**Struttura narrativa**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Introduzione: in cui il narratore esterno stabilisce il contesto storico.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capitoli: struttura narrativa che segue la cronologia della vita di Antonia.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Congelio: termine tecnico che indica un’interruzione narrativa, un momento in cui la storia si "congela" per permettere un’analisi critica del passato.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4137660"/>
            <a:ext cx="8641080" cy="868680"/>
          </a:xfrm>
          <a:prstGeom prst="rect">
            <a:avLst/>
          </a:prstGeom>
          <a:solidFill>
            <a:srgbClr val="8B1A1A">
              <a:alpha val="12000"/>
            </a:srgbClr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92524"/>
            <a:ext cx="84124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"**"Dalle finestre di questa casa si vede nulla. Questo è l’incipit, il vero moderno romanzo."**"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romanzo La Chimera di Giovanni Bassani rappresenta un esempio eccellente di romanzo storico che utilizza tecniche narrative avanzate per sottrarre il passato all’oblio. Attraverso l’uso di documenti storici, personaggi reali e un narratore critico, Bassani offre una riflessione profonda sulle condizioni sociali del XVI secolo e sulle conseguenze dell’Inquisizione. La sua opera dimostra come il romanzo storico possa essere una chiave per comprendere il presente, evitando che il passato si dimentichi.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Personaggi storici e romanzeschi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Caccetta: Bandito storico del XVIII secolo, figura reale che ha ispirato il personaggio di Don Teresio nel romanzo. Il nome "Caccetta" deriva dalla sua attività di caccia (in senso letterale) e dalla sua reputazione di bandito.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Antonia: Personaggio femminile del romanzo, vittima di violenza e bruciata in un'orgia finale. La sua morte avviene il sabato 11 settembre, come descritto nel capitolo trentesimo.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Sasso e Boia: Personaggi storici reali, menzionati nel contesto della storia del processo.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Teresio: Personaggio creato da Manzoni, ispirato al reale Caccetta. Il romanzo presenta un doppio incontro tra il personaggio letterario e il suo modello storico.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Contesto storico e religioso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 santi: I tribunali locali del periodo, in cui si verificavano compravendite di falsereglie (regolamenti falsi) per evitare il controllo della chiesa.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Zardini: Personaggio storico che esercitava funzioni arbitrarie nel contesto religioso, prima dell'intervento della chiesa ufficiale. La sua figura rappresenta il contrasto tra la comunità e l'autorità ecclesiale.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chiesa e il potere: Nella storia del romanzo, la chiesa si allinea con i potenti, non con il popolo, come evidenziato nel capitolo decimo dedicato a Don Teresio.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Intervento del narratore critico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narratore del romanzo, attraverso interventi durissimi, critica la violenza umana, il bigottismo e il ruolo della folla nel processo di giustizia.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Capitolo trentesimo: Descrizione dell'orazione finale in cui Antonia viene bruciata, con un'immagine espressionistica che rimanda alla sua morte e alla reazione della folla.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Riflessioni sulle dinamiche di potere: Il narratore sottolinea come la folla, pur essendo "brava gente", diventi vittima di un'energia insensata e di un odio che non conosceva prima.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960120"/>
          </a:xfrm>
          <a:prstGeom prst="rect">
            <a:avLst/>
          </a:prstGeom>
          <a:solidFill>
            <a:srgbClr val="EDE3CC"/>
          </a:solidFill>
          <a:ln w="12700">
            <a:solidFill>
              <a:srgbClr val="EDE3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641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 e rilevanza del romanzo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458200" cy="386334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Francesca Marciano: Autrice di "Casa Rossa" (2002), romanzo che collega la storia del passato alla contemporaneità. La sua riflessione: "questa storia non è più la storia della tua famiglia, questa storia ci riguarda tutti".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Insegnamento di Manzoni: Il romanzo insegna a considerare ogni storia come la nostra storia, per evitare la "malvarie" (un termine che indica l'annichilimento della storia).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Rilevanza moderna: La riflessione di Manzoni sulle dinamiche di odio e violenza è ancora rilevante, come dimostrato dall'analisi dei social media e delle attuali tendenze sociali.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 "I Promessi Sposi" was published in 1827.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 "Caccetta" is a historical figure from the 18th century, a bandit who was known for his activities in the region of Novara.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"falsereglie" is a corruption of "falsi regolamenti" (false regulations).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phrase "lo scena" is a corruption of "la scena" (the scene), but in the context of legal testimony, it's "scena" as a term for a witness.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title.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3200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**Personaggi storici e romanzeschi**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Caccetta: Bandito storico del XVIII secolo, figura reale che ha ispirato il personaggio di Don Teresio nel romanzo. Il nome deriva dalla sua attività di caccia e dalla reputazione di bandito nel contesto della storia di Novara.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Antonia: Personaggio femminile centrale del romanzo, vittima di violenza e bruciata nel capitolo trentesimo. La sua morte avviene il sabato 11 settembre (data specifica del processo storico descritto).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4137660"/>
            <a:ext cx="457200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291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"*“La storia non è più la storia della tua famiglia. Questa storia ci riguarda tutti.”*"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Notes Pipeline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Definizioni Fondamentali: Storia vs. Narrazione</dc:title>
  <dc:subject>Lecture Notes</dc:subject>
  <dc:creator>Audio Notes Pipeline</dc:creator>
  <cp:lastModifiedBy>Audio Notes Pipeline</cp:lastModifiedBy>
  <cp:revision>1</cp:revision>
  <dcterms:created xsi:type="dcterms:W3CDTF">2026-03-10T22:04:28Z</dcterms:created>
  <dcterms:modified xsi:type="dcterms:W3CDTF">2026-03-10T22:04:28Z</dcterms:modified>
</cp:coreProperties>
</file>