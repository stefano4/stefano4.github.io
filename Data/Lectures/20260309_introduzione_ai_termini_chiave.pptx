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23774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ai termini chiave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41148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ai termini chiave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(senso lato): narrazione sistematica dei viventi umani, composta da elementi politico-militari e esposizione critica dei fatti. Si riferisce a discipline come la storia della letteratura, della musica e del cinema.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Storie: narrazioni specifiche, come novelle, racconti brevi e treccini. In italiano, il termine "racconto" indica una storia breve, essenzialmente semplicistica ma utile per la comprensione.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discorso si focalizza sulla distinzione tra "storia" (disciplina storica) e "storie" (narrative specifiche), con particolare attenzione al ruolo del romanzo storico italiano.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lezione analizza in particolare l'opera La Chimera di Vittorio Vassalli come esempio di narrazione storica.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Origini del Romanzo Storico Italiano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not needed here since the lecture is about Vassalli's work.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from transcription: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Chimera" is the title, takes from "punta rosa" (rose point), set in an "iniffabile" landscape (unfathomable).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Zardino is a fictional village (now destroyed by floods), near Monte Rosa.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narrator is external, commenting on historical events.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Vassalli uses historical documents (process records, Inquisition manuals).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Characters: Antonia (a girl accused of witchcraft), Bascapè (a saintly bishop), Manini (Inquisitor), Gasparo (Antonia's lover).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 has 30 chapters, an introduction, and a "congelo" (freeze? maybe a typo for "conclusione" but in the transcription it's "congelo" which might be a specific term in Italian for a freeze in the narrative).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Manzoni e le sue idee fondamentali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Manzoni propone tre criteri fondamentali per il romanzo storico: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Verosimiglianza: gli personaggi devono essere verosimili, anche se inventati (es. Renzo e Lucia in I Promessi Sposi).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morale: l'opera deve insegnare valori e promuovere un'identità collettiva.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Popolarità: la letteratura deve essere accessibile a tutti, non "bassa" ma "popolare" (come spiegato da Calvino con il concetto di "leggerezza calviniana").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Manzoni afferma: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 idea rompe con la visione tradizionale di letteratura "noiosa" o "negabile", sottolineando che la popolarità non significa bassa qualità, ma accessibilità e comprensibilità.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"*"La letteratura deve essere popolare. Tutti devono capire. Se non capiscono, l'opera non serve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niente."*"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LISANDRO E LA TEORIA DEL ROMANZO STORICO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34747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"*"Il compito dei romanzieri è spiegare ciò che gli uomini hanno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sentito, voluto e sofferto, mediante ciò che essi hanno fatto. Il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romanzo storico è un veicolo per spiegare i sentimenti, le emozioni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individuali e collettive."*"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4366260"/>
            <a:ext cx="2743200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577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Lisandro (nome corretto: Don Lisandro), autore del periodo 1800-1820, nel 1805 a 20 anni scrive una lettera importante (inizialmente chiamata "carta", non "carri"). Nella lettera a Siovere (1821), afferma:  ·  Questa teoria costituisce un pilastro per la comprensione del romanzo storico italiano.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Sebastiano Vassalli e le sue opere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Sebastiano Vassalli (1950-2020) è un autore italiano del Novecento noto per i suoi romanzi storici che esplorano la storia italiana attraverso diverse regioni e epoche. Le sue opere principali includono: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notte della cometa (1984): ambientato tra fine Ottocento e fine Novecento, esplora temi religiosi e culturali.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e Marchio (1992): ambientato tra il VII e VIII secolo, narra la storia di Venezia e la sua caduta.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Cigno (1993): ambientato in Sicilia, Firenze e Venezia, con riferimenti alla mafia e alla storia italiana.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 Velenata (2003): opera che ha ottenuto riconoscimento per la sua profondità narrativa.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Vassalli afferma nel suo congelo (documento teorico) che il suo obiettivo è: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"*"Raccontare la storia dell'Italia, con tanti passaggi non essenziali, in tutti questi romanzi ci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sono degli elementi che ricordano gli elementi tipici di un romanzo storico."*"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Caratteristiche del Romanzo Storico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storico preciso: gli autori utilizzano dettagli storici specifici per garantire verosimiglianza.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Narratore esterno: un narratore che interviene per esprimere riflessioni sulla società (es. in Vassalli, il narratore non ha un "vero romano" ma analizza la società).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metastorica: il romanzo storico si serve del passato per riflettere sul presente, come afferma il testo: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"*"Quando si parla del passato si parla del presente. Il passato viene presentato per parlare 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presente."*"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 con *La Chimera* di Vassalli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**Ambientazione e simbolismo**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titolo La Chimera deriva dalla "punta rosa", simbolo di un paesaggio inaccessibile e onirico, legato al Monte Rosa (monte reale in Svizzera).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L'ambientazione si situa in un'area vicina al Monte Rosa, descritta come "indefinibile" (non definita con precisione) e caratterizzata da un'immagine onirica: un "macino bianco" che rappresenta l'irraggiungibilità del passato.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riferimento a Dino Campana (poeta italiano del Novecento) è utilizzato per enfatizzare la dimensione metaforica del paesaggio, collegandolo alla modernità e alla riflessione sulla contemporaneità.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Chimera utilizza un paesaggio "chimico" (simbolicamente legato al Monte Rosa) per esprimere la complessità della storia italiana e la sua relazione con il presente.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**Struttura narrativa**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è strutturato in un’introduzione, 30 capitoli e una conclusione (corretto da "congelo" in trascrizione).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L’incipit è caratterizzato dalla frase: "Dalle finestre di questa casa si vede nulla", che introduce l’idea di un paesaggio sepolto da una storia.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storico italiano, sebbene spesso associato alla crisi del Novecento, rimane un genere vitale e in buona salute. Autori come Sebastiano Vassalli e Valerio Massimo Manfredi dimostrano come il romanzo storico possa essere contemporaneamente utile, interessante e didattico, mantenendo una stretta connessione con il presente attraverso il passato.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 con *La Chimera* di Sebastiano Vassalli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**Ambientazione e simbolismo**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titolo La Chimera deriva dalla "punta rosa", termine simbolico che indica un paesaggio inaccessibile e onirico.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L'ambientazione si situa in un'area vicina al Monte Rosa (monte reale in Svizzera), descritto come "iniffabile" (non definito con precisione) e caratterizzato da un'immagine onirica: un "macino bianco" che rappresenta l'irraggiungibilità del passato.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riferimento a Dino Campana (poeta italiano del Novecento) è utilizzato per enfatizzare la dimensione metaforica del paesaggio, collegandolo alla riflessione sulla contemporaneità.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**Struttura narrativa**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è strutturato in un’introduzione, 30 capitoli e una conclusione (corretto da "congelo" in trascrizione).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L’incipit è caratterizzato dalla frase: "Dalle finestre di questa casa si vede nulla", che introduce l’idea di un paesaggio sepolto da una storia.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narrazione segue un’impostazione metaforica, in cui la storia è "sepolta" nel paesaggio, richiedendo un lavoro di recupero da parte del romanziere.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3200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**Personaggi Storici Reali**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Bascapè: Personaggio storico reale utilizzato nel romanzo per illustrare l’interazione tra realtà storica e narrazione romanzesca.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Manini: Personaggio realmente esistito, coinvolto nel contesto narrativo del processo di Antonia.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4137660"/>
            <a:ext cx="45720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291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"*"Ci fu un gran fuoco e poi tutte le voci tacquero. Mentre il fuoco incominciava a diradarsi, tutti gli occhi si fissarono oltre il fuoco, dove c’era la strega. Le fiamme crepitarono alte, si videro i capelli della strega che svalignavano nella luce e la sua bocca che si apriva in un grido senza suono."*"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 ai termini chiave</dc:title>
  <dc:subject>Lecture Notes</dc:subject>
  <dc:creator>Audio Notes Pipeline</dc:creator>
  <cp:lastModifiedBy>Audio Notes Pipeline</cp:lastModifiedBy>
  <cp:revision>1</cp:revision>
  <dcterms:created xsi:type="dcterms:W3CDTF">2026-03-11T08:43:06Z</dcterms:created>
  <dcterms:modified xsi:type="dcterms:W3CDTF">2026-03-11T08:43:06Z</dcterms:modified>
</cp:coreProperties>
</file>