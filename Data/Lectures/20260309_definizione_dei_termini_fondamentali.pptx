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Definizione dei Termini Fondamentali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41148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Definizione dei Termini Fondamentali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(in senso lato): narrazione sistematica dei viventi umani, comprensiva di eventi politico-luttuosi, esposizione critica dei fatti. Si riferisce a discipline come la storia della letteratura, della pittura, del cinema.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Storie: narrazioni brevi, come racconti, novelle, romanzi. Il termine "show story" (usato da Bianco Sassone) è critico per la sua semplificazione, poiché non cattura la complessità delle narrazioni letterarie.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è definito come opera fictionale, mentre la storia è un'opera verosimile che risponde alla realtà storica.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Origine e Caratteristiche del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 in Italia nasce all'inizio dell'Ottocento, con due fondatori chiave: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Foscolo (1802): L'Ultimo dei Jacopini (o L'Ultimo di Jacopo Ortis), opera che segna l'origine del genere.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 (1827): I Promessi Sposi (edizione del 1827, con il "ventisettana" come prima edizione, e l'edizione definitiva del 1840, La Quarentana).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Caratteristiche fondamentali del romanzo storico: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Verosimiglianza: i personaggi e gli eventi devono essere plausibili rispetto al contesto storico.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metastorica: il passato viene utilizzato per riflettere sul presente, come afferma il relatore.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morale: secondo Manzoni, l'opera letteraria deve avere un fine morale, educativo e utile per il pubblico.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Sebastiano Vassalli e le Sue Opere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Notte della Cometa (1984): ambientato tra fine Ottocento e fine Novecento, con riferimenti a Dio Campana e a Capasso.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Marchese e il Marchio (1992): ambientato tra il VII e l'VIII secolo, in Venezia, con riferimenti alla morte di Venezia.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Cigno (1993): ambientato in Sicilia, Firenze, Venezia, Palermo, con personaggi storici come Bara e Zolando.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Velenata (2003): opera che ha diventato un classico, con riferimenti alla storia dell'Italia tra Cinquecento e Seicento.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Vassalli si distingue per l'uso di un narratore esterno e per la riflessione critica sulla società, senza un "sugo della storia" (come in Manzoni), ma con una riflessione generale sulla storia come metafora del presente.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Corrado Bassali e l'Approccio Meta-storico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esterno: un narratore che interviene con riflessioni critiche sulla società, senza un "vero romano" (come in Manzoni).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Verosimiglianza: l'uso di contesti storici precisi e di elementi fictional che non distraggono dalla verosimiglianza.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metastorica: il passato viene utilizzato per riflettere sul presente, come afferma il relatore.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Chimera: Analisi del Titolo e dell'Ambientazione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La Chimera di Sebastiano Vassalli prende il titolo da "punta rosa", riferimento alla punta rosa del Monte Rosa (un paesaggio inaccessibile, simbolico). L'ambientazione è un villaggio immaginario, Zardino, situato nell'area dell'Omarese (dialetto lombardo), che non esiste più.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approccio meta-storico è tipico del romanzo storico italiano, che, secondo il relatore, rimane vitale anche nel Novecento.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"Corrado Bassali" is correct (Italian author, born 1940)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"Sebastiano Vassalli" is correct (Italian author, 1940s-2000s)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"Monte Rosa" is correct (a mountain in the Alps)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"Omarese" is a dialect of Lombardy, so it's correct as "Omarese" (though in Italian, it's "omarese" as a regional dialect)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Dates: La Notte della Cometa (1984), Il Marchese e il Marchio (1992), Il Cigno (1993), Stella Velenata (2003)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""Il passato viene presentato per parlare del presente. Si parla del passato per riflettere sul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Appunti di Filosofia della Letteratura: Il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**Definizione dei Termini Fondamentali**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(in senso lato): narrazione sistematica dei viventi umani, comprensiva di eventi politico-luttuosi, esposizione critica dei fatti. Si riferisce a discipline come la storia della letteratura, dell’arte e del cinema.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Storie: narrazioni brevi, come racconti, novelle e romanzi. Il termine show story (usato da Bianco Sassone) è critico per la sua semplificazione, poiché non cattura la complessità delle narrazioni letterarie.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Novella: opera breve, con un’attenzione al dato storico e alla verosimiglianza.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Romanzo: opera fictionale che, per definizione, include elementi inventati ma che rispondono al contesto storico.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**Origine e Caratteristiche del Romanzo Storico Italiano**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 in Italia nasce all’inizio dell’Ottocento, con due fondatori chiave: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Foscolo (1802): L’Ultimo di Jacopo Ortis (o L’Ultimo dei Jacopini), opera che segna l’origine del genere.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"*“Il romanzo storico è un veicolo per spiegare i sentimenti, le emozioni individuali e collettive.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Creare dei fatti per adattarvi dei sentimenti è il grande compito dei romanzieri.”*"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al Romanzo Storico "La Chimera" di Giovanni Bassani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**Contesto Storico e Ambientazione**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Zardino: villaggio immaginario situato nella regione lombarda (specificamente nella "bassa lombarde"), non esistente nella realtà storica ma ispirato alla realtà alpina. Il nome è un riferimento alla tradizione locale e alla geografia del territorio.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Rosa: simbolo onirico e geografico, descritto nel romanzo come "macino bianco" (metafora per un'immagine di montagna bianca, tipica della zona alpina). Il riferimento al Monte Rosa è un elemento chiave per definire l'ambiente in cui si svolge la storia.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cronologico: la storia si svolge tra il 1590 e il 11 settembre 1610, data significativa per la morte di Antonia de Giardino. Questa data è scelta per collegare il romanzo alla contemporaneità, in quanto il 11 settembre 1610 rappresenta un momento critico nella storia delle inquisizioni italiane.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**Struttura e Tecniche Narrative**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esterno: tecnica fondamentale nel romanzo, che interviene continuamente con opinioni critiche e analisi storiche. Questo narratore esprime il "vero romano" attraverso il "vero storico", distinguendosi dal modello manzoniano (dove il narratore è più ansioso e indiretto).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documentario: Bassani utilizza sistematicamente atti del processo storici, fonti iconografiche e documenti originali (es. Malleus Maleficarum di Heinrich Kramer e Jacob Sprenger) per costruire un contesto storico realistico.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Excursus: interruzioni narrative che permettono di inserire elementi storici dettagliati (es. descrizioni dei risaroli, analisi delle leggi inapplicabili del periodo spagnolo).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"*"Antonia indossava il costume dei prezi della bassa della Sesia. Una donna nera che gli arrivava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fino alle camiglie. Un colpetto in panno ricamato a colori vivaci. Una camicia bianca con i polsi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pizze, un sciaglio nero lavorato all'uncinetto che le colpa le spalle. Ai piedi aveva i suploni."*"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**Personaggi storici e loro integrazione nel romanzo**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Caccetta: Bandito storico del XVIII secolo, figura reale che ha ispirato il personaggio di Don Teresio nel romanzo. Manzoni trasforma la storia di Caccetta in un modello morale e sociale, evidenziando la tensione tra il potere violento e la giustizia.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Antonia: Protagonista femminile che diventa vittima della violenza sociale e dell’Inquisizione. Il suo destino simboleggia la fragilità delle donne nel contesto storico e la complessità delle dinamiche di potere.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4137660"/>
            <a:ext cx="45720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Definizione dei Termini Fondamentali</dc:title>
  <dc:subject>Lecture Notes</dc:subject>
  <dc:creator>Audio Notes Pipeline</dc:creator>
  <cp:lastModifiedBy>Audio Notes Pipeline</cp:lastModifiedBy>
  <cp:revision>1</cp:revision>
  <dcterms:created xsi:type="dcterms:W3CDTF">2026-03-10T21:10:28Z</dcterms:created>
  <dcterms:modified xsi:type="dcterms:W3CDTF">2026-03-10T21:10:28Z</dcterms:modified>
</cp:coreProperties>
</file>